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40"/>
  </p:normalViewPr>
  <p:slideViewPr>
    <p:cSldViewPr snapToGrid="0" snapToObjects="1">
      <p:cViewPr varScale="1">
        <p:scale>
          <a:sx n="87" d="100"/>
          <a:sy n="87" d="100"/>
        </p:scale>
        <p:origin x="1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28EE8-FCB6-3440-8BEE-66E17C076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594CB0-2747-F943-82C6-F207ACF27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75B409-9198-A445-AD10-9F509864C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12A23D-C1C5-C749-A48C-E33F73F2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5A13CA-E5B3-BB49-8EEA-7D8BDF46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775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DDEC6-7249-F847-96A6-F8F38B99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89F24-8905-AA43-ACE3-D60F78C3C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2DC892-DB28-DD48-83A0-3F071B48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434DC-2126-6042-84BF-5F8FD48A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748A6E-AF63-5143-8DAD-FDE015CF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974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7320F-063E-5146-AF61-8C05AA98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D48922-B63E-5741-A419-378030E42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4BA93B-3DDA-6547-9A27-4BA7CCC3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A5523-D354-7E48-926E-1DBDE0A12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F6842-0B94-154A-A94F-91C8172D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58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7BD6D-9096-5B4E-ACA5-08F02ACC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40F16-52D9-E746-BECD-8977D2503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1CE3FC-B2C5-4440-BF5B-43EBCF586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B8D583-6316-AF4B-B72B-1C83F0426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72F0E7-A5D1-1542-A7A0-3C189775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1E69D6-2C82-514B-897C-13A91C5B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972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66F58-A899-7B47-8170-6EE92EE5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9FC30-55F7-3542-888C-16A11504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ED1247-BA44-EB48-B1C4-60FEB4E8E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364FCA-C245-CB48-9991-3F9CC97C4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709ABD-CA54-DE41-8AE4-5FC1C71EE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D7ADEB-5F2B-DA46-B27A-06625754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55EE97-F0E7-9E44-873D-AE8F127F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54D0C4-297F-9844-8C51-98AE6E62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998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90542-B1EB-C742-A0FB-3BD1C262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674D26-780E-8643-A634-EEB71D11E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66A2AD-14A7-7345-9FD7-6C48F3FD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7055AC-EA02-B349-848E-AE6C6988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011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8C459C-9964-004E-BDF5-B52F8247A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106DB7-D4D3-FD42-9631-F9132676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9212D3-FF13-504C-857B-F28BA81C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273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83EB0-3D7C-944D-A81B-E80A672E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713802-1FD4-E444-856E-EFFCAF5B2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733E6B-BB4F-5046-BDB2-B20A6A223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D5F042-A625-EC47-85AA-A70BA551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46B06C-F51F-6F49-BC86-38DD72BD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87FFEE-2157-D842-A131-345B523B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56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EBAD0-141D-5E49-982F-503A45A5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CA94FF8-D81A-2A43-9F97-166940508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C21080-BB6F-1A42-A510-4CAAE0E03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43ADDF-3ADB-7E46-8D89-E9666EC1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1EF4C7-EE35-0148-98C3-AD8B6B3D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A878B1-9D02-354B-AA99-E2B27AC4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010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24E1B-E87D-3544-B532-E8576F27D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271FBC-D4AD-CA44-9F96-33A8045F0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4CBD4-2FCC-8D49-A44A-D09FD545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64E21-FF2F-1848-B7E9-38B0B411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4FAD2E-DD5C-E244-8650-3B356512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124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F5B142-A2B8-4548-BC5D-69417F28F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D43916-4012-0342-97C0-FC6534C06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49FEA9-C58C-2447-B9F8-60833693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FF2916-6FAD-8D4B-926B-24806D6B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C29127-3A80-0E46-8A10-4771A6D6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3520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2B248F-8981-4A45-B2F5-6713BBB4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11DE23-4076-C84A-BE19-21759CFDD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66EE22-C02C-9843-9E06-427914E96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58FB7-F796-2843-8340-BD1E7978654D}" type="datetimeFigureOut">
              <a:rPr lang="es-MX" smtClean="0"/>
              <a:t>11/03/20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9E0DBF-1C82-1E42-8C2B-4E5F62D86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D0D42C-525F-1D4A-B0CC-BDC8A87C2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58F4D-52B7-504E-A022-E407F37116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16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diazmx@gmail.com" TargetMode="External"/><Relationship Id="rId2" Type="http://schemas.openxmlformats.org/officeDocument/2006/relationships/hyperlink" Target="mailto:corporacion65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F34964F-435E-354F-99A8-C76A09CDAF45}"/>
              </a:ext>
            </a:extLst>
          </p:cNvPr>
          <p:cNvSpPr txBox="1"/>
          <p:nvPr/>
        </p:nvSpPr>
        <p:spPr>
          <a:xfrm>
            <a:off x="2802194" y="1297858"/>
            <a:ext cx="4943405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DATOS FISCALES: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Corporacion Internacional de Servicios Turisticos, SA de CV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Calle Tatewari # 13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Col. Aramara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Puerto Vallarta, Jalisco. Mexico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C.P. 48314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RFC: CIS-040612-CG3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E:mail- 	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corporacion65@gmail.com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tdiazmx@gmail.com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Celular: (322) 180 3275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Tomas Diaz Mariscal</a:t>
            </a:r>
          </a:p>
          <a:p>
            <a:endParaRPr lang="es-MX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DATOS BANCARIOS: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Corporacion Internacional de Servicios Turisticos, SA de CV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Banco: Scotiabank Inverlat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Cuenta: 03200697389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Clabe: 044375032006973890</a:t>
            </a:r>
          </a:p>
        </p:txBody>
      </p:sp>
    </p:spTree>
    <p:extLst>
      <p:ext uri="{BB962C8B-B14F-4D97-AF65-F5344CB8AC3E}">
        <p14:creationId xmlns:p14="http://schemas.microsoft.com/office/powerpoint/2010/main" val="27094942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81</Words>
  <Application>Microsoft Macintosh PowerPoint</Application>
  <PresentationFormat>Panorámica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Diaz del Campo</dc:creator>
  <cp:lastModifiedBy>Luis Diaz del Campo</cp:lastModifiedBy>
  <cp:revision>2</cp:revision>
  <dcterms:created xsi:type="dcterms:W3CDTF">2020-02-15T21:26:21Z</dcterms:created>
  <dcterms:modified xsi:type="dcterms:W3CDTF">2020-03-11T16:30:26Z</dcterms:modified>
</cp:coreProperties>
</file>